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73" r:id="rId24"/>
    <p:sldId id="2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FCF16-B7C2-4710-B571-A4F01277B5D6}" v="17" dt="2026-04-07T19:51:03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rani Praveen" userId="ed13fc46-d555-4ddf-8ef4-6d1a1f2e9065" providerId="ADAL" clId="{2F7D1529-B9CF-449C-9D4E-0DA94385419D}"/>
    <pc:docChg chg="undo custSel addSld delSld modSld sldOrd">
      <pc:chgData name="Nisharani Praveen" userId="ed13fc46-d555-4ddf-8ef4-6d1a1f2e9065" providerId="ADAL" clId="{2F7D1529-B9CF-449C-9D4E-0DA94385419D}" dt="2026-04-07T20:00:34.511" v="740" actId="6549"/>
      <pc:docMkLst>
        <pc:docMk/>
      </pc:docMkLst>
      <pc:sldChg chg="modSp mod">
        <pc:chgData name="Nisharani Praveen" userId="ed13fc46-d555-4ddf-8ef4-6d1a1f2e9065" providerId="ADAL" clId="{2F7D1529-B9CF-449C-9D4E-0DA94385419D}" dt="2026-04-07T20:00:34.511" v="740" actId="6549"/>
        <pc:sldMkLst>
          <pc:docMk/>
          <pc:sldMk cId="1244212171" sldId="256"/>
        </pc:sldMkLst>
        <pc:spChg chg="mod">
          <ac:chgData name="Nisharani Praveen" userId="ed13fc46-d555-4ddf-8ef4-6d1a1f2e9065" providerId="ADAL" clId="{2F7D1529-B9CF-449C-9D4E-0DA94385419D}" dt="2026-04-07T20:00:34.511" v="740" actId="6549"/>
          <ac:spMkLst>
            <pc:docMk/>
            <pc:sldMk cId="1244212171" sldId="256"/>
            <ac:spMk id="3" creationId="{461C5BD9-C051-1AAF-4B29-E0A2B3B056EF}"/>
          </ac:spMkLst>
        </pc:spChg>
      </pc:sldChg>
      <pc:sldChg chg="ord">
        <pc:chgData name="Nisharani Praveen" userId="ed13fc46-d555-4ddf-8ef4-6d1a1f2e9065" providerId="ADAL" clId="{2F7D1529-B9CF-449C-9D4E-0DA94385419D}" dt="2026-04-07T18:41:17.559" v="658" actId="20578"/>
        <pc:sldMkLst>
          <pc:docMk/>
          <pc:sldMk cId="639885466" sldId="267"/>
        </pc:sldMkLst>
      </pc:sldChg>
      <pc:sldChg chg="del">
        <pc:chgData name="Nisharani Praveen" userId="ed13fc46-d555-4ddf-8ef4-6d1a1f2e9065" providerId="ADAL" clId="{2F7D1529-B9CF-449C-9D4E-0DA94385419D}" dt="2026-04-07T18:00:29.636" v="0" actId="47"/>
        <pc:sldMkLst>
          <pc:docMk/>
          <pc:sldMk cId="1079625356" sldId="272"/>
        </pc:sldMkLst>
      </pc:sldChg>
      <pc:sldChg chg="addSp modSp new mod">
        <pc:chgData name="Nisharani Praveen" userId="ed13fc46-d555-4ddf-8ef4-6d1a1f2e9065" providerId="ADAL" clId="{2F7D1529-B9CF-449C-9D4E-0DA94385419D}" dt="2026-04-07T18:30:21.427" v="421" actId="20577"/>
        <pc:sldMkLst>
          <pc:docMk/>
          <pc:sldMk cId="3796496072" sldId="272"/>
        </pc:sldMkLst>
        <pc:spChg chg="mod">
          <ac:chgData name="Nisharani Praveen" userId="ed13fc46-d555-4ddf-8ef4-6d1a1f2e9065" providerId="ADAL" clId="{2F7D1529-B9CF-449C-9D4E-0DA94385419D}" dt="2026-04-07T18:01:37.506" v="19" actId="122"/>
          <ac:spMkLst>
            <pc:docMk/>
            <pc:sldMk cId="3796496072" sldId="272"/>
            <ac:spMk id="2" creationId="{413DD31C-B005-CCDC-02ED-A7340FDFA5B4}"/>
          </ac:spMkLst>
        </pc:spChg>
        <pc:spChg chg="mod">
          <ac:chgData name="Nisharani Praveen" userId="ed13fc46-d555-4ddf-8ef4-6d1a1f2e9065" providerId="ADAL" clId="{2F7D1529-B9CF-449C-9D4E-0DA94385419D}" dt="2026-04-07T18:30:21.427" v="421" actId="20577"/>
          <ac:spMkLst>
            <pc:docMk/>
            <pc:sldMk cId="3796496072" sldId="272"/>
            <ac:spMk id="3" creationId="{60C54098-794C-59FD-7A09-6111451D29BC}"/>
          </ac:spMkLst>
        </pc:spChg>
        <pc:picChg chg="add mod">
          <ac:chgData name="Nisharani Praveen" userId="ed13fc46-d555-4ddf-8ef4-6d1a1f2e9065" providerId="ADAL" clId="{2F7D1529-B9CF-449C-9D4E-0DA94385419D}" dt="2026-04-07T18:25:59.891" v="112" actId="1076"/>
          <ac:picMkLst>
            <pc:docMk/>
            <pc:sldMk cId="3796496072" sldId="272"/>
            <ac:picMk id="5" creationId="{CE59DD6F-4345-B629-2C7D-81B38CCB1907}"/>
          </ac:picMkLst>
        </pc:picChg>
      </pc:sldChg>
      <pc:sldChg chg="del">
        <pc:chgData name="Nisharani Praveen" userId="ed13fc46-d555-4ddf-8ef4-6d1a1f2e9065" providerId="ADAL" clId="{2F7D1529-B9CF-449C-9D4E-0DA94385419D}" dt="2026-04-07T18:00:32.321" v="1" actId="47"/>
        <pc:sldMkLst>
          <pc:docMk/>
          <pc:sldMk cId="2244286804" sldId="273"/>
        </pc:sldMkLst>
      </pc:sldChg>
      <pc:sldChg chg="modSp new mod">
        <pc:chgData name="Nisharani Praveen" userId="ed13fc46-d555-4ddf-8ef4-6d1a1f2e9065" providerId="ADAL" clId="{2F7D1529-B9CF-449C-9D4E-0DA94385419D}" dt="2026-04-07T19:51:22.715" v="731" actId="20577"/>
        <pc:sldMkLst>
          <pc:docMk/>
          <pc:sldMk cId="2950573156" sldId="273"/>
        </pc:sldMkLst>
        <pc:spChg chg="mod">
          <ac:chgData name="Nisharani Praveen" userId="ed13fc46-d555-4ddf-8ef4-6d1a1f2e9065" providerId="ADAL" clId="{2F7D1529-B9CF-449C-9D4E-0DA94385419D}" dt="2026-04-07T18:27:22.114" v="169" actId="122"/>
          <ac:spMkLst>
            <pc:docMk/>
            <pc:sldMk cId="2950573156" sldId="273"/>
            <ac:spMk id="2" creationId="{6CF0E06F-68DC-64A7-DDC1-0EB1AEF98CCB}"/>
          </ac:spMkLst>
        </pc:spChg>
        <pc:spChg chg="mod">
          <ac:chgData name="Nisharani Praveen" userId="ed13fc46-d555-4ddf-8ef4-6d1a1f2e9065" providerId="ADAL" clId="{2F7D1529-B9CF-449C-9D4E-0DA94385419D}" dt="2026-04-07T19:51:22.715" v="731" actId="20577"/>
          <ac:spMkLst>
            <pc:docMk/>
            <pc:sldMk cId="2950573156" sldId="273"/>
            <ac:spMk id="3" creationId="{FED1D868-42A9-EE4D-3C00-9D526E673C05}"/>
          </ac:spMkLst>
        </pc:spChg>
      </pc:sldChg>
      <pc:sldChg chg="addSp delSp modSp new mod">
        <pc:chgData name="Nisharani Praveen" userId="ed13fc46-d555-4ddf-8ef4-6d1a1f2e9065" providerId="ADAL" clId="{2F7D1529-B9CF-449C-9D4E-0DA94385419D}" dt="2026-04-07T18:54:44.913" v="681" actId="122"/>
        <pc:sldMkLst>
          <pc:docMk/>
          <pc:sldMk cId="2406381341" sldId="274"/>
        </pc:sldMkLst>
        <pc:spChg chg="mod">
          <ac:chgData name="Nisharani Praveen" userId="ed13fc46-d555-4ddf-8ef4-6d1a1f2e9065" providerId="ADAL" clId="{2F7D1529-B9CF-449C-9D4E-0DA94385419D}" dt="2026-04-07T18:54:44.913" v="681" actId="122"/>
          <ac:spMkLst>
            <pc:docMk/>
            <pc:sldMk cId="2406381341" sldId="274"/>
            <ac:spMk id="2" creationId="{FC6DAF9F-DEF9-5E6B-491C-3AFEC51EBBE0}"/>
          </ac:spMkLst>
        </pc:spChg>
        <pc:spChg chg="del">
          <ac:chgData name="Nisharani Praveen" userId="ed13fc46-d555-4ddf-8ef4-6d1a1f2e9065" providerId="ADAL" clId="{2F7D1529-B9CF-449C-9D4E-0DA94385419D}" dt="2026-04-07T18:37:30.829" v="654" actId="22"/>
          <ac:spMkLst>
            <pc:docMk/>
            <pc:sldMk cId="2406381341" sldId="274"/>
            <ac:spMk id="3" creationId="{06B60D04-675F-435F-EAD9-89DC2D4903CA}"/>
          </ac:spMkLst>
        </pc:spChg>
        <pc:spChg chg="add mod">
          <ac:chgData name="Nisharani Praveen" userId="ed13fc46-d555-4ddf-8ef4-6d1a1f2e9065" providerId="ADAL" clId="{2F7D1529-B9CF-449C-9D4E-0DA94385419D}" dt="2026-04-07T18:45:49.620" v="666" actId="14100"/>
          <ac:spMkLst>
            <pc:docMk/>
            <pc:sldMk cId="2406381341" sldId="274"/>
            <ac:spMk id="7" creationId="{DEE2AEEB-4A56-4435-F8C1-57E1284C9026}"/>
          </ac:spMkLst>
        </pc:spChg>
        <pc:picChg chg="add del mod ord">
          <ac:chgData name="Nisharani Praveen" userId="ed13fc46-d555-4ddf-8ef4-6d1a1f2e9065" providerId="ADAL" clId="{2F7D1529-B9CF-449C-9D4E-0DA94385419D}" dt="2026-04-07T18:41:05.061" v="655" actId="478"/>
          <ac:picMkLst>
            <pc:docMk/>
            <pc:sldMk cId="2406381341" sldId="274"/>
            <ac:picMk id="5" creationId="{9C9CB0A7-65B8-077A-C414-A58958343579}"/>
          </ac:picMkLst>
        </pc:picChg>
        <pc:picChg chg="add mod">
          <ac:chgData name="Nisharani Praveen" userId="ed13fc46-d555-4ddf-8ef4-6d1a1f2e9065" providerId="ADAL" clId="{2F7D1529-B9CF-449C-9D4E-0DA94385419D}" dt="2026-04-07T18:43:41.719" v="662" actId="1076"/>
          <ac:picMkLst>
            <pc:docMk/>
            <pc:sldMk cId="2406381341" sldId="274"/>
            <ac:picMk id="9" creationId="{057B85EA-84FA-CE59-46A5-42C06F37AC57}"/>
          </ac:picMkLst>
        </pc:picChg>
        <pc:picChg chg="add mod">
          <ac:chgData name="Nisharani Praveen" userId="ed13fc46-d555-4ddf-8ef4-6d1a1f2e9065" providerId="ADAL" clId="{2F7D1529-B9CF-449C-9D4E-0DA94385419D}" dt="2026-04-07T18:45:38.734" v="664" actId="1076"/>
          <ac:picMkLst>
            <pc:docMk/>
            <pc:sldMk cId="2406381341" sldId="274"/>
            <ac:picMk id="11" creationId="{19D4CF7F-03A6-DC20-FB6D-7729CF1A3703}"/>
          </ac:picMkLst>
        </pc:picChg>
      </pc:sldChg>
      <pc:sldChg chg="del">
        <pc:chgData name="Nisharani Praveen" userId="ed13fc46-d555-4ddf-8ef4-6d1a1f2e9065" providerId="ADAL" clId="{2F7D1529-B9CF-449C-9D4E-0DA94385419D}" dt="2026-04-07T18:00:33.173" v="2" actId="47"/>
        <pc:sldMkLst>
          <pc:docMk/>
          <pc:sldMk cId="2546313127" sldId="274"/>
        </pc:sldMkLst>
      </pc:sldChg>
      <pc:sldChg chg="del">
        <pc:chgData name="Nisharani Praveen" userId="ed13fc46-d555-4ddf-8ef4-6d1a1f2e9065" providerId="ADAL" clId="{2F7D1529-B9CF-449C-9D4E-0DA94385419D}" dt="2026-04-07T18:00:33.814" v="3" actId="47"/>
        <pc:sldMkLst>
          <pc:docMk/>
          <pc:sldMk cId="3071295463" sldId="275"/>
        </pc:sldMkLst>
      </pc:sldChg>
      <pc:sldChg chg="addSp delSp modSp new mod">
        <pc:chgData name="Nisharani Praveen" userId="ed13fc46-d555-4ddf-8ef4-6d1a1f2e9065" providerId="ADAL" clId="{2F7D1529-B9CF-449C-9D4E-0DA94385419D}" dt="2026-04-07T18:54:54.206" v="684" actId="1076"/>
        <pc:sldMkLst>
          <pc:docMk/>
          <pc:sldMk cId="3401606476" sldId="275"/>
        </pc:sldMkLst>
        <pc:spChg chg="mod">
          <ac:chgData name="Nisharani Praveen" userId="ed13fc46-d555-4ddf-8ef4-6d1a1f2e9065" providerId="ADAL" clId="{2F7D1529-B9CF-449C-9D4E-0DA94385419D}" dt="2026-04-07T18:54:50.530" v="683" actId="122"/>
          <ac:spMkLst>
            <pc:docMk/>
            <pc:sldMk cId="3401606476" sldId="275"/>
            <ac:spMk id="2" creationId="{793DCCA3-FD1E-A7FC-D5EF-D267F9C5F592}"/>
          </ac:spMkLst>
        </pc:spChg>
        <pc:spChg chg="del">
          <ac:chgData name="Nisharani Praveen" userId="ed13fc46-d555-4ddf-8ef4-6d1a1f2e9065" providerId="ADAL" clId="{2F7D1529-B9CF-449C-9D4E-0DA94385419D}" dt="2026-04-07T18:47:03.477" v="668" actId="22"/>
          <ac:spMkLst>
            <pc:docMk/>
            <pc:sldMk cId="3401606476" sldId="275"/>
            <ac:spMk id="3" creationId="{E8EDD5CB-1153-92D9-2D03-8EA72D4A0214}"/>
          </ac:spMkLst>
        </pc:spChg>
        <pc:picChg chg="add mod ord">
          <ac:chgData name="Nisharani Praveen" userId="ed13fc46-d555-4ddf-8ef4-6d1a1f2e9065" providerId="ADAL" clId="{2F7D1529-B9CF-449C-9D4E-0DA94385419D}" dt="2026-04-07T18:54:54.206" v="684" actId="1076"/>
          <ac:picMkLst>
            <pc:docMk/>
            <pc:sldMk cId="3401606476" sldId="275"/>
            <ac:picMk id="5" creationId="{A18F83E1-1E77-53AF-4A66-2184DECEDED3}"/>
          </ac:picMkLst>
        </pc:picChg>
      </pc:sldChg>
      <pc:sldChg chg="addSp delSp modSp new mod">
        <pc:chgData name="Nisharani Praveen" userId="ed13fc46-d555-4ddf-8ef4-6d1a1f2e9065" providerId="ADAL" clId="{2F7D1529-B9CF-449C-9D4E-0DA94385419D}" dt="2026-04-07T18:55:10.179" v="687" actId="122"/>
        <pc:sldMkLst>
          <pc:docMk/>
          <pc:sldMk cId="1162823656" sldId="276"/>
        </pc:sldMkLst>
        <pc:spChg chg="mod">
          <ac:chgData name="Nisharani Praveen" userId="ed13fc46-d555-4ddf-8ef4-6d1a1f2e9065" providerId="ADAL" clId="{2F7D1529-B9CF-449C-9D4E-0DA94385419D}" dt="2026-04-07T18:55:10.179" v="687" actId="122"/>
          <ac:spMkLst>
            <pc:docMk/>
            <pc:sldMk cId="1162823656" sldId="276"/>
            <ac:spMk id="2" creationId="{4BDDAE83-9A13-A8D4-D1F2-C22B587B2F93}"/>
          </ac:spMkLst>
        </pc:spChg>
        <pc:spChg chg="del">
          <ac:chgData name="Nisharani Praveen" userId="ed13fc46-d555-4ddf-8ef4-6d1a1f2e9065" providerId="ADAL" clId="{2F7D1529-B9CF-449C-9D4E-0DA94385419D}" dt="2026-04-07T18:50:11.479" v="671" actId="22"/>
          <ac:spMkLst>
            <pc:docMk/>
            <pc:sldMk cId="1162823656" sldId="276"/>
            <ac:spMk id="3" creationId="{C16A4A5B-36D2-BB31-4286-9604C5A43279}"/>
          </ac:spMkLst>
        </pc:spChg>
        <pc:spChg chg="add del mod">
          <ac:chgData name="Nisharani Praveen" userId="ed13fc46-d555-4ddf-8ef4-6d1a1f2e9065" providerId="ADAL" clId="{2F7D1529-B9CF-449C-9D4E-0DA94385419D}" dt="2026-04-07T18:55:05.294" v="685" actId="478"/>
          <ac:spMkLst>
            <pc:docMk/>
            <pc:sldMk cId="1162823656" sldId="276"/>
            <ac:spMk id="7" creationId="{A37E2B5D-4C1F-D2BB-2B4A-A91C822B13B7}"/>
          </ac:spMkLst>
        </pc:spChg>
        <pc:picChg chg="add del mod ord">
          <ac:chgData name="Nisharani Praveen" userId="ed13fc46-d555-4ddf-8ef4-6d1a1f2e9065" providerId="ADAL" clId="{2F7D1529-B9CF-449C-9D4E-0DA94385419D}" dt="2026-04-07T18:50:44.723" v="672" actId="478"/>
          <ac:picMkLst>
            <pc:docMk/>
            <pc:sldMk cId="1162823656" sldId="276"/>
            <ac:picMk id="5" creationId="{BA203357-F56F-1258-F2EC-B13C7D02D93D}"/>
          </ac:picMkLst>
        </pc:picChg>
        <pc:picChg chg="add mod">
          <ac:chgData name="Nisharani Praveen" userId="ed13fc46-d555-4ddf-8ef4-6d1a1f2e9065" providerId="ADAL" clId="{2F7D1529-B9CF-449C-9D4E-0DA94385419D}" dt="2026-04-07T18:50:58.792" v="677" actId="1076"/>
          <ac:picMkLst>
            <pc:docMk/>
            <pc:sldMk cId="1162823656" sldId="276"/>
            <ac:picMk id="9" creationId="{E64DB37A-99C4-D789-60B5-7C98FBD56222}"/>
          </ac:picMkLst>
        </pc:picChg>
      </pc:sldChg>
      <pc:sldChg chg="del">
        <pc:chgData name="Nisharani Praveen" userId="ed13fc46-d555-4ddf-8ef4-6d1a1f2e9065" providerId="ADAL" clId="{2F7D1529-B9CF-449C-9D4E-0DA94385419D}" dt="2026-04-07T18:00:34.996" v="4" actId="47"/>
        <pc:sldMkLst>
          <pc:docMk/>
          <pc:sldMk cId="3610904416" sldId="276"/>
        </pc:sldMkLst>
      </pc:sldChg>
      <pc:sldChg chg="addSp delSp modSp new mod">
        <pc:chgData name="Nisharani Praveen" userId="ed13fc46-d555-4ddf-8ef4-6d1a1f2e9065" providerId="ADAL" clId="{2F7D1529-B9CF-449C-9D4E-0DA94385419D}" dt="2026-04-07T18:55:33.101" v="690" actId="1076"/>
        <pc:sldMkLst>
          <pc:docMk/>
          <pc:sldMk cId="1927885810" sldId="277"/>
        </pc:sldMkLst>
        <pc:spChg chg="mod">
          <ac:chgData name="Nisharani Praveen" userId="ed13fc46-d555-4ddf-8ef4-6d1a1f2e9065" providerId="ADAL" clId="{2F7D1529-B9CF-449C-9D4E-0DA94385419D}" dt="2026-04-07T18:55:18.717" v="689" actId="122"/>
          <ac:spMkLst>
            <pc:docMk/>
            <pc:sldMk cId="1927885810" sldId="277"/>
            <ac:spMk id="2" creationId="{9E7B34FA-65DB-62A5-14FB-2B6C7843492D}"/>
          </ac:spMkLst>
        </pc:spChg>
        <pc:spChg chg="del">
          <ac:chgData name="Nisharani Praveen" userId="ed13fc46-d555-4ddf-8ef4-6d1a1f2e9065" providerId="ADAL" clId="{2F7D1529-B9CF-449C-9D4E-0DA94385419D}" dt="2026-04-07T18:52:43.557" v="679" actId="22"/>
          <ac:spMkLst>
            <pc:docMk/>
            <pc:sldMk cId="1927885810" sldId="277"/>
            <ac:spMk id="3" creationId="{155D2492-B7C6-D908-77A7-6A51D59445A4}"/>
          </ac:spMkLst>
        </pc:spChg>
        <pc:picChg chg="add mod ord">
          <ac:chgData name="Nisharani Praveen" userId="ed13fc46-d555-4ddf-8ef4-6d1a1f2e9065" providerId="ADAL" clId="{2F7D1529-B9CF-449C-9D4E-0DA94385419D}" dt="2026-04-07T18:55:33.101" v="690" actId="1076"/>
          <ac:picMkLst>
            <pc:docMk/>
            <pc:sldMk cId="1927885810" sldId="277"/>
            <ac:picMk id="5" creationId="{B8445D31-3097-71D5-134E-0962CCAA2957}"/>
          </ac:picMkLst>
        </pc:picChg>
      </pc:sldChg>
      <pc:sldChg chg="del">
        <pc:chgData name="Nisharani Praveen" userId="ed13fc46-d555-4ddf-8ef4-6d1a1f2e9065" providerId="ADAL" clId="{2F7D1529-B9CF-449C-9D4E-0DA94385419D}" dt="2026-04-07T18:00:35.699" v="5" actId="47"/>
        <pc:sldMkLst>
          <pc:docMk/>
          <pc:sldMk cId="2644864706" sldId="277"/>
        </pc:sldMkLst>
      </pc:sldChg>
      <pc:sldChg chg="addSp delSp modSp new mod">
        <pc:chgData name="Nisharani Praveen" userId="ed13fc46-d555-4ddf-8ef4-6d1a1f2e9065" providerId="ADAL" clId="{2F7D1529-B9CF-449C-9D4E-0DA94385419D}" dt="2026-04-07T19:50:57.889" v="724" actId="122"/>
        <pc:sldMkLst>
          <pc:docMk/>
          <pc:sldMk cId="55453013" sldId="278"/>
        </pc:sldMkLst>
        <pc:spChg chg="mod">
          <ac:chgData name="Nisharani Praveen" userId="ed13fc46-d555-4ddf-8ef4-6d1a1f2e9065" providerId="ADAL" clId="{2F7D1529-B9CF-449C-9D4E-0DA94385419D}" dt="2026-04-07T19:50:57.889" v="724" actId="122"/>
          <ac:spMkLst>
            <pc:docMk/>
            <pc:sldMk cId="55453013" sldId="278"/>
            <ac:spMk id="2" creationId="{7B3D7424-F77D-F2A3-17EB-35F270720884}"/>
          </ac:spMkLst>
        </pc:spChg>
        <pc:spChg chg="del">
          <ac:chgData name="Nisharani Praveen" userId="ed13fc46-d555-4ddf-8ef4-6d1a1f2e9065" providerId="ADAL" clId="{2F7D1529-B9CF-449C-9D4E-0DA94385419D}" dt="2026-04-07T19:04:14.251" v="693" actId="22"/>
          <ac:spMkLst>
            <pc:docMk/>
            <pc:sldMk cId="55453013" sldId="278"/>
            <ac:spMk id="3" creationId="{DD956B45-FB0E-3CF5-8BC4-17A2EAAC5290}"/>
          </ac:spMkLst>
        </pc:spChg>
        <pc:picChg chg="add mod">
          <ac:chgData name="Nisharani Praveen" userId="ed13fc46-d555-4ddf-8ef4-6d1a1f2e9065" providerId="ADAL" clId="{2F7D1529-B9CF-449C-9D4E-0DA94385419D}" dt="2026-04-07T19:18:25.055" v="706" actId="1076"/>
          <ac:picMkLst>
            <pc:docMk/>
            <pc:sldMk cId="55453013" sldId="278"/>
            <ac:picMk id="5" creationId="{3E5D1A97-F3DE-9DD8-AC48-0731F2324B50}"/>
          </ac:picMkLst>
        </pc:picChg>
        <pc:picChg chg="add mod ord">
          <ac:chgData name="Nisharani Praveen" userId="ed13fc46-d555-4ddf-8ef4-6d1a1f2e9065" providerId="ADAL" clId="{2F7D1529-B9CF-449C-9D4E-0DA94385419D}" dt="2026-04-07T19:18:22.850" v="705" actId="1076"/>
          <ac:picMkLst>
            <pc:docMk/>
            <pc:sldMk cId="55453013" sldId="278"/>
            <ac:picMk id="7" creationId="{BA6B2506-AB48-832C-DDF0-DE9F85E97C74}"/>
          </ac:picMkLst>
        </pc:picChg>
        <pc:picChg chg="add mod">
          <ac:chgData name="Nisharani Praveen" userId="ed13fc46-d555-4ddf-8ef4-6d1a1f2e9065" providerId="ADAL" clId="{2F7D1529-B9CF-449C-9D4E-0DA94385419D}" dt="2026-04-07T19:18:31.163" v="707" actId="1076"/>
          <ac:picMkLst>
            <pc:docMk/>
            <pc:sldMk cId="55453013" sldId="278"/>
            <ac:picMk id="9" creationId="{BBB661E8-1AD8-8D00-5B0D-700935600B2A}"/>
          </ac:picMkLst>
        </pc:picChg>
        <pc:picChg chg="add mod">
          <ac:chgData name="Nisharani Praveen" userId="ed13fc46-d555-4ddf-8ef4-6d1a1f2e9065" providerId="ADAL" clId="{2F7D1529-B9CF-449C-9D4E-0DA94385419D}" dt="2026-04-07T19:18:35.553" v="708" actId="1076"/>
          <ac:picMkLst>
            <pc:docMk/>
            <pc:sldMk cId="55453013" sldId="278"/>
            <ac:picMk id="11" creationId="{228FB20F-8CB6-3602-5ECF-FA0C0145153E}"/>
          </ac:picMkLst>
        </pc:picChg>
        <pc:picChg chg="add mod">
          <ac:chgData name="Nisharani Praveen" userId="ed13fc46-d555-4ddf-8ef4-6d1a1f2e9065" providerId="ADAL" clId="{2F7D1529-B9CF-449C-9D4E-0DA94385419D}" dt="2026-04-07T19:18:39.805" v="709" actId="1076"/>
          <ac:picMkLst>
            <pc:docMk/>
            <pc:sldMk cId="55453013" sldId="278"/>
            <ac:picMk id="13" creationId="{ED543C3B-DE81-E1B0-502E-64A1792C8FDC}"/>
          </ac:picMkLst>
        </pc:picChg>
        <pc:picChg chg="add mod">
          <ac:chgData name="Nisharani Praveen" userId="ed13fc46-d555-4ddf-8ef4-6d1a1f2e9065" providerId="ADAL" clId="{2F7D1529-B9CF-449C-9D4E-0DA94385419D}" dt="2026-04-07T19:18:43.353" v="710" actId="1076"/>
          <ac:picMkLst>
            <pc:docMk/>
            <pc:sldMk cId="55453013" sldId="278"/>
            <ac:picMk id="15" creationId="{AA283F22-3796-09D9-E11C-9920DCB7632C}"/>
          </ac:picMkLst>
        </pc:picChg>
        <pc:picChg chg="add del mod">
          <ac:chgData name="Nisharani Praveen" userId="ed13fc46-d555-4ddf-8ef4-6d1a1f2e9065" providerId="ADAL" clId="{2F7D1529-B9CF-449C-9D4E-0DA94385419D}" dt="2026-04-07T19:35:03.048" v="713" actId="478"/>
          <ac:picMkLst>
            <pc:docMk/>
            <pc:sldMk cId="55453013" sldId="278"/>
            <ac:picMk id="17" creationId="{82BFD325-FF7E-6069-0277-C1D02B2EB4E5}"/>
          </ac:picMkLst>
        </pc:picChg>
        <pc:picChg chg="add mod">
          <ac:chgData name="Nisharani Praveen" userId="ed13fc46-d555-4ddf-8ef4-6d1a1f2e9065" providerId="ADAL" clId="{2F7D1529-B9CF-449C-9D4E-0DA94385419D}" dt="2026-04-07T19:35:08.079" v="715" actId="1076"/>
          <ac:picMkLst>
            <pc:docMk/>
            <pc:sldMk cId="55453013" sldId="278"/>
            <ac:picMk id="19" creationId="{F00CCF91-1711-0BEB-1336-E71EDF7DFAD6}"/>
          </ac:picMkLst>
        </pc:picChg>
      </pc:sldChg>
      <pc:sldChg chg="modSp new mod">
        <pc:chgData name="Nisharani Praveen" userId="ed13fc46-d555-4ddf-8ef4-6d1a1f2e9065" providerId="ADAL" clId="{2F7D1529-B9CF-449C-9D4E-0DA94385419D}" dt="2026-04-07T19:51:04.752" v="726" actId="122"/>
        <pc:sldMkLst>
          <pc:docMk/>
          <pc:sldMk cId="1676223251" sldId="279"/>
        </pc:sldMkLst>
        <pc:spChg chg="mod">
          <ac:chgData name="Nisharani Praveen" userId="ed13fc46-d555-4ddf-8ef4-6d1a1f2e9065" providerId="ADAL" clId="{2F7D1529-B9CF-449C-9D4E-0DA94385419D}" dt="2026-04-07T19:51:04.752" v="726" actId="122"/>
          <ac:spMkLst>
            <pc:docMk/>
            <pc:sldMk cId="1676223251" sldId="279"/>
            <ac:spMk id="2" creationId="{E7EC83A9-0C0F-E01B-8508-563510B07ADB}"/>
          </ac:spMkLst>
        </pc:spChg>
        <pc:spChg chg="mod">
          <ac:chgData name="Nisharani Praveen" userId="ed13fc46-d555-4ddf-8ef4-6d1a1f2e9065" providerId="ADAL" clId="{2F7D1529-B9CF-449C-9D4E-0DA94385419D}" dt="2026-04-07T19:46:55.300" v="722"/>
          <ac:spMkLst>
            <pc:docMk/>
            <pc:sldMk cId="1676223251" sldId="279"/>
            <ac:spMk id="3" creationId="{09718104-550A-FBAE-0659-66B8E0C335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124A91-17F1-4DF5-8903-64922157000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E5CB1-18F4-4EB4-A3D2-94C480A80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E5CB1-18F4-4EB4-A3D2-94C480A80C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77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1F5A5-0066-D977-456B-E8907F7FC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F5D9A-CEBA-B0E0-BA04-40D19AF45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6BC7D-9807-34B9-9B41-898C9676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84A05-B532-9E6E-08B8-6648D2D0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D020C-1D3F-22E3-AA53-B448B5382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41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3596-C8BE-9713-46CF-525A80616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ECE9C-C9D9-049E-ABB8-8ECED6602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213D8-EED6-8423-2FE5-AF5B0B24E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18A-A5BF-7DBA-B9AA-079FD98B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4222A-7D92-CBA5-32F2-1C1AA57E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38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5961B-911C-7869-C549-635A74D2A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C4198-974C-E0D3-C4DD-608974F9D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0F7E9-E156-15D1-DAFD-F565CEEA7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847BF-4125-B3C8-5001-312BCE98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9CA07-47D4-0B59-9459-AD008CFC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6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8BB1-2069-7579-9822-FCC9C861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9993C-4654-0203-80B7-783DFFBD6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4E49B-08B9-F78E-9051-78EF4E2EA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BD3F7-B5E4-1739-C571-1385E62E6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49404-F96E-0C91-5531-3ABF90EAC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4EE62-3CD7-EE15-AC10-B558CB9A5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72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5773-F8BF-B574-1693-6F68F52A2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773B2-0310-F708-2CB2-125327099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618DB-9D50-EF10-67B5-40D6B0C65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C775A5-253C-5DC4-0D86-E4280B4A0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0D212-C86A-FD4F-8557-24A8B46DD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97C35-E2F5-02A6-2EE3-D6F84B9A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9E71A2-65C6-0CC4-7D01-A71B02F1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56083-3F4A-C776-678E-81D60A7B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5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0E08-CE3E-F30F-E40B-41DED4023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E44E0-0A08-526F-5A7D-4B60162F6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BEE3D0-E7F5-96BD-9175-5A53AD658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FDCE1-2C1D-1FFA-A4FF-B88E73B4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1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DA895-5A7E-DCDB-CE4F-2CD041B2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8FE430-511C-67AF-36E2-5EF3ADA8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B2D59-57C3-3938-19AD-EE5B5CCC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4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17B7-7B4A-4700-B294-2EDAEF68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7F0F3-B0A6-3EB2-CB71-C4C819B10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227C5-D70B-F0B9-CD0F-F34D25131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0882B-4793-79B8-03FE-7A9CF2F28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612C5-4071-09E9-EEA8-31EFE482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1F7DD-8AF3-13C0-F593-05EFA16B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2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AA51-327B-4A5E-1E8D-A09EB0CF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18C941-8E9E-DB6E-4BCA-062C04514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85C74-B4F3-D16F-FD17-1182E15AF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C33B4-0E42-723A-E56A-39913C43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F82A0-D1B2-4636-913F-38E54BCC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780F7-F65B-9DA7-8980-E5499897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0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0870-706B-C989-F822-1A98C418E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3E254-ED89-2850-5E6D-8D6C2F5CA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1CD96-D079-8118-A687-26B3A0E83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934C5-31FA-A442-336F-F8D0B9B6C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CE9EE-1770-F788-D213-458A7DFC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4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F9B056-19BF-591A-B023-65A6B234A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9EA17-3010-FDB3-2FD8-D67CB3EC8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94542-0899-0942-5AEA-6B878A0F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5FE8A-C127-E2ED-AB07-46B698BC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F63FF-3C0C-7C26-C82B-F1DECB55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6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E6744A-DA44-344A-0F4C-78CA4A038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FB5AE-15F3-7994-BFBC-945A1A922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53754-05BB-23F9-9434-1A8C29203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EEAFD-D92B-46D5-9B6A-D1C62AC67F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A5058-3B77-C8B3-A89E-CA064DD79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28D2D-229D-254B-88A6-DDC967353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41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sharanipraveen/FlaskExample.gi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A49E-72A8-7B1F-3FEB-C9945D15EC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CLC – Day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C5BD9-C051-1AAF-4B29-E0A2B3B056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Flask</a:t>
            </a:r>
          </a:p>
        </p:txBody>
      </p:sp>
    </p:spTree>
    <p:extLst>
      <p:ext uri="{BB962C8B-B14F-4D97-AF65-F5344CB8AC3E}">
        <p14:creationId xmlns:p14="http://schemas.microsoft.com/office/powerpoint/2010/main" val="124421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DBBF-80F1-94A6-BA8D-066DAF61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a Flask Web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54430-7A02-974D-56EF-ADB70179C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Flask is a powerful and flexible micro web framework for Python.</a:t>
            </a:r>
          </a:p>
          <a:p>
            <a:r>
              <a:rPr lang="en-US" dirty="0"/>
              <a:t>Ideal for both small and large web projects.</a:t>
            </a:r>
          </a:p>
        </p:txBody>
      </p:sp>
    </p:spTree>
    <p:extLst>
      <p:ext uri="{BB962C8B-B14F-4D97-AF65-F5344CB8AC3E}">
        <p14:creationId xmlns:p14="http://schemas.microsoft.com/office/powerpoint/2010/main" val="3084201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5730C-6DA1-2179-2A39-D2958CC5E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Set up a Flask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4130D-2ABE-3719-B15A-1F38A9E0F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Create a folder </a:t>
            </a:r>
            <a:r>
              <a:rPr lang="en-US" b="1" dirty="0" err="1"/>
              <a:t>FlaskExample</a:t>
            </a:r>
            <a:endParaRPr lang="en-US" b="1" dirty="0"/>
          </a:p>
          <a:p>
            <a:r>
              <a:rPr lang="en-US" dirty="0"/>
              <a:t> Open the folder </a:t>
            </a:r>
            <a:r>
              <a:rPr lang="en-US" b="1" dirty="0" err="1"/>
              <a:t>FlaskExample</a:t>
            </a:r>
            <a:r>
              <a:rPr lang="en-US" b="1" dirty="0"/>
              <a:t> </a:t>
            </a:r>
            <a:r>
              <a:rPr lang="en-US" dirty="0"/>
              <a:t>in VS Code</a:t>
            </a:r>
          </a:p>
          <a:p>
            <a:r>
              <a:rPr lang="en-US" dirty="0"/>
              <a:t>Create a virtual environment (Optional)</a:t>
            </a:r>
          </a:p>
          <a:p>
            <a:pPr marL="457200" lvl="1" indent="0">
              <a:buNone/>
            </a:pPr>
            <a:r>
              <a:rPr lang="en-US" dirty="0"/>
              <a:t>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venv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.\</a:t>
            </a:r>
            <a:r>
              <a:rPr lang="en-US" dirty="0" err="1"/>
              <a:t>venv</a:t>
            </a:r>
            <a:r>
              <a:rPr lang="en-US" dirty="0"/>
              <a:t>\Scripts\activate</a:t>
            </a:r>
          </a:p>
          <a:p>
            <a:r>
              <a:rPr lang="en-US" dirty="0"/>
              <a:t>Add dependencies</a:t>
            </a:r>
          </a:p>
          <a:p>
            <a:pPr marL="457200" lvl="1" indent="0">
              <a:buNone/>
            </a:pPr>
            <a:r>
              <a:rPr lang="en-US" dirty="0"/>
              <a:t>python -m pip install Flask</a:t>
            </a:r>
          </a:p>
        </p:txBody>
      </p:sp>
    </p:spTree>
    <p:extLst>
      <p:ext uri="{BB962C8B-B14F-4D97-AF65-F5344CB8AC3E}">
        <p14:creationId xmlns:p14="http://schemas.microsoft.com/office/powerpoint/2010/main" val="733775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AD50-73C7-B39C-6A03-075D4C570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Initiate the Flask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FEA81-486B-2996-F986-989434A32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912"/>
            <a:ext cx="10515600" cy="4910963"/>
          </a:xfrm>
        </p:spPr>
        <p:txBody>
          <a:bodyPr/>
          <a:lstStyle/>
          <a:p>
            <a:r>
              <a:rPr lang="en-US" dirty="0"/>
              <a:t>Create </a:t>
            </a:r>
            <a:r>
              <a:rPr lang="en-US" b="1" dirty="0"/>
              <a:t>development server</a:t>
            </a:r>
            <a:r>
              <a:rPr lang="en-US" dirty="0"/>
              <a:t> and display “Hello World!“ in the browser.</a:t>
            </a:r>
          </a:p>
          <a:p>
            <a:r>
              <a:rPr lang="en-US" dirty="0"/>
              <a:t>Create a file named </a:t>
            </a:r>
            <a:r>
              <a:rPr lang="en-US" b="1" dirty="0"/>
              <a:t>app.py </a:t>
            </a:r>
            <a:r>
              <a:rPr lang="en-US" dirty="0"/>
              <a:t>inside </a:t>
            </a:r>
            <a:r>
              <a:rPr lang="en-US" b="1" dirty="0" err="1"/>
              <a:t>FlaskExample</a:t>
            </a:r>
            <a:r>
              <a:rPr lang="en-US" dirty="0"/>
              <a:t> folder and type in the below code.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781BE-2F57-27F9-40AF-0BAF24860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668" y="3319272"/>
            <a:ext cx="6658904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92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A1507-CB83-0857-8476-0E01AE2CC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2419985"/>
            <a:ext cx="10515600" cy="1694816"/>
          </a:xfrm>
        </p:spPr>
        <p:txBody>
          <a:bodyPr/>
          <a:lstStyle/>
          <a:p>
            <a:r>
              <a:rPr lang="en-US" dirty="0"/>
              <a:t>Functions like </a:t>
            </a:r>
            <a:r>
              <a:rPr lang="en-US" b="1" dirty="0" err="1"/>
              <a:t>hello_world</a:t>
            </a:r>
            <a:r>
              <a:rPr lang="en-US" b="1" dirty="0"/>
              <a:t>() </a:t>
            </a:r>
            <a:r>
              <a:rPr lang="en-US" dirty="0"/>
              <a:t>are called </a:t>
            </a:r>
            <a:r>
              <a:rPr lang="en-US" b="1" dirty="0"/>
              <a:t>views </a:t>
            </a:r>
            <a:r>
              <a:rPr lang="en-US" dirty="0"/>
              <a:t>in Flask.  </a:t>
            </a:r>
          </a:p>
          <a:p>
            <a:r>
              <a:rPr lang="en-US" dirty="0"/>
              <a:t>Run this file.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99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C7D53-B1A7-17B7-D400-F3F73160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Adding Package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A38E-5658-220B-F92D-B7D87E894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folder named </a:t>
            </a:r>
            <a:r>
              <a:rPr lang="en-US" b="1" dirty="0"/>
              <a:t>“</a:t>
            </a:r>
            <a:r>
              <a:rPr lang="en-US" b="1" dirty="0" err="1"/>
              <a:t>EnviornmentMonitor</a:t>
            </a:r>
            <a:r>
              <a:rPr lang="en-US" b="1" dirty="0"/>
              <a:t>” </a:t>
            </a:r>
            <a:r>
              <a:rPr lang="en-US" dirty="0"/>
              <a:t>inside </a:t>
            </a:r>
            <a:r>
              <a:rPr lang="en-US" b="1" dirty="0" err="1"/>
              <a:t>FlaskExample</a:t>
            </a:r>
            <a:endParaRPr lang="en-US" b="1" dirty="0"/>
          </a:p>
          <a:p>
            <a:r>
              <a:rPr lang="en-US" dirty="0"/>
              <a:t>Move the </a:t>
            </a:r>
            <a:r>
              <a:rPr lang="en-US" b="1" dirty="0"/>
              <a:t>app.py </a:t>
            </a:r>
            <a:r>
              <a:rPr lang="en-US" dirty="0"/>
              <a:t>into </a:t>
            </a:r>
            <a:r>
              <a:rPr lang="en-US" b="1" dirty="0" err="1"/>
              <a:t>EnviornmentMonitor</a:t>
            </a:r>
            <a:endParaRPr lang="en-US" b="1" dirty="0"/>
          </a:p>
          <a:p>
            <a:r>
              <a:rPr lang="en-US" dirty="0"/>
              <a:t>Rename </a:t>
            </a:r>
            <a:r>
              <a:rPr lang="en-US" b="1" dirty="0"/>
              <a:t>app.py </a:t>
            </a:r>
            <a:r>
              <a:rPr lang="en-US" dirty="0"/>
              <a:t>into </a:t>
            </a:r>
            <a:r>
              <a:rPr lang="en-US" b="1" dirty="0"/>
              <a:t>__init__.py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 err="1"/>
              <a:t>FlaskExample</a:t>
            </a:r>
            <a:r>
              <a:rPr lang="en-US" dirty="0"/>
              <a:t>/</a:t>
            </a:r>
          </a:p>
          <a:p>
            <a:pPr marL="457200" lvl="1" indent="0">
              <a:buNone/>
            </a:pPr>
            <a:r>
              <a:rPr lang="en-US" dirty="0"/>
              <a:t>│</a:t>
            </a:r>
          </a:p>
          <a:p>
            <a:pPr marL="457200" lvl="1" indent="0">
              <a:buNone/>
            </a:pPr>
            <a:r>
              <a:rPr lang="en-US" dirty="0"/>
              <a:t>└── </a:t>
            </a:r>
            <a:r>
              <a:rPr lang="en-US" dirty="0" err="1"/>
              <a:t>Environement</a:t>
            </a:r>
            <a:r>
              <a:rPr lang="en-US" dirty="0"/>
              <a:t> Monitor/</a:t>
            </a:r>
          </a:p>
          <a:p>
            <a:pPr marL="457200" lvl="1" indent="0">
              <a:buNone/>
            </a:pPr>
            <a:r>
              <a:rPr lang="en-US" dirty="0"/>
              <a:t>    └── __init__.py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19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A4613-6079-A875-E782-220FBCDA7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9536"/>
            <a:ext cx="10515600" cy="5317427"/>
          </a:xfrm>
        </p:spPr>
        <p:txBody>
          <a:bodyPr/>
          <a:lstStyle/>
          <a:p>
            <a:r>
              <a:rPr lang="en-US" dirty="0"/>
              <a:t>Run the Flask project using the below command.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python -m flask --app </a:t>
            </a:r>
            <a:r>
              <a:rPr lang="en-US" b="1" dirty="0" err="1"/>
              <a:t>EnvironementMonitor</a:t>
            </a:r>
            <a:r>
              <a:rPr lang="en-US" b="1" dirty="0"/>
              <a:t> run --port 8000 –debug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You’re telling Flask to look for an app named </a:t>
            </a:r>
            <a:r>
              <a:rPr lang="en-US" b="1" dirty="0"/>
              <a:t> </a:t>
            </a:r>
            <a:r>
              <a:rPr lang="en-US" b="1" dirty="0" err="1"/>
              <a:t>EnvironementMonitor</a:t>
            </a:r>
            <a:r>
              <a:rPr lang="en-US" b="1" dirty="0"/>
              <a:t> </a:t>
            </a:r>
            <a:r>
              <a:rPr lang="en-US" dirty="0"/>
              <a:t> and serve it in debug mode on port 8000</a:t>
            </a:r>
          </a:p>
          <a:p>
            <a:endParaRPr lang="en-US" b="1" dirty="0"/>
          </a:p>
          <a:p>
            <a:r>
              <a:rPr lang="en-US" dirty="0"/>
              <a:t>visit </a:t>
            </a:r>
            <a:r>
              <a:rPr lang="en-US" b="1" dirty="0"/>
              <a:t>http://localhost:8000</a:t>
            </a:r>
          </a:p>
        </p:txBody>
      </p:sp>
    </p:spTree>
    <p:extLst>
      <p:ext uri="{BB962C8B-B14F-4D97-AF65-F5344CB8AC3E}">
        <p14:creationId xmlns:p14="http://schemas.microsoft.com/office/powerpoint/2010/main" val="1358710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ABF6-BB16-4F6F-83BC-71B8541B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Application Factory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84743-67A6-1F49-5F3E-35AE2FED2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 </a:t>
            </a:r>
            <a:r>
              <a:rPr lang="en-US" b="1" dirty="0"/>
              <a:t>application factory</a:t>
            </a:r>
            <a:r>
              <a:rPr lang="en-US" dirty="0"/>
              <a:t> in Flask is a design pattern that’s highly beneficial for scaling Flask projects.</a:t>
            </a:r>
          </a:p>
          <a:p>
            <a:endParaRPr lang="en-US" dirty="0"/>
          </a:p>
          <a:p>
            <a:r>
              <a:rPr lang="en-US" dirty="0"/>
              <a:t>Instead of having your application’s code at the root level of your __init__.py file, you’ll work with a function that returns your application.</a:t>
            </a:r>
          </a:p>
        </p:txBody>
      </p:sp>
    </p:spTree>
    <p:extLst>
      <p:ext uri="{BB962C8B-B14F-4D97-AF65-F5344CB8AC3E}">
        <p14:creationId xmlns:p14="http://schemas.microsoft.com/office/powerpoint/2010/main" val="395327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49C8-8105-68B7-72B2-BE02C9F6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Application Factory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0E0C4-845D-0487-6220-E06821E21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150"/>
            <a:ext cx="10515600" cy="4351338"/>
          </a:xfrm>
        </p:spPr>
        <p:txBody>
          <a:bodyPr/>
          <a:lstStyle/>
          <a:p>
            <a:r>
              <a:rPr lang="en-US" dirty="0"/>
              <a:t>Replace the content of __init__.py with the content below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Function named </a:t>
            </a:r>
            <a:r>
              <a:rPr lang="en-US" b="1" dirty="0" err="1"/>
              <a:t>create_app</a:t>
            </a:r>
            <a:r>
              <a:rPr lang="en-US" b="1" dirty="0"/>
              <a:t>() </a:t>
            </a:r>
            <a:r>
              <a:rPr lang="en-US" dirty="0"/>
              <a:t>initializes the </a:t>
            </a:r>
            <a:r>
              <a:rPr lang="en-US" b="1" dirty="0"/>
              <a:t>app</a:t>
            </a:r>
            <a:r>
              <a:rPr lang="en-US" dirty="0"/>
              <a:t> and returns it.</a:t>
            </a:r>
          </a:p>
          <a:p>
            <a:r>
              <a:rPr lang="en-US" dirty="0"/>
              <a:t> The </a:t>
            </a:r>
            <a:r>
              <a:rPr lang="en-US" dirty="0" err="1"/>
              <a:t>create_app</a:t>
            </a:r>
            <a:r>
              <a:rPr lang="en-US" dirty="0"/>
              <a:t>() function is your application factory.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03460-C2E7-2E8B-0CA0-2522B076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313" y="2514442"/>
            <a:ext cx="3391373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48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FC1441-7CEC-D0FF-32BE-82DBA79D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 b="1"/>
              <a:t>Blueprints</a:t>
            </a:r>
            <a:br>
              <a:rPr lang="en-US" sz="4800" b="1"/>
            </a:br>
            <a:endParaRPr lang="en-US" sz="48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88F-0AB7-2F35-4013-D624D0345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500"/>
              <a:t>Blueprints are modules that contain related views that you can conveniently import in </a:t>
            </a:r>
            <a:r>
              <a:rPr lang="en-US" sz="1500" b="1"/>
              <a:t>__init__.py</a:t>
            </a:r>
          </a:p>
          <a:p>
            <a:r>
              <a:rPr lang="en-US" sz="1500"/>
              <a:t>Create </a:t>
            </a:r>
            <a:r>
              <a:rPr lang="en-US" sz="1500" b="1"/>
              <a:t>blueprints</a:t>
            </a:r>
            <a:r>
              <a:rPr lang="en-US" sz="1500"/>
              <a:t> that you register in your application factory.</a:t>
            </a:r>
          </a:p>
          <a:p>
            <a:r>
              <a:rPr lang="en-US" sz="1500"/>
              <a:t>Create a file named </a:t>
            </a:r>
            <a:r>
              <a:rPr lang="en-US" sz="1500" b="1"/>
              <a:t>pages.py </a:t>
            </a:r>
            <a:r>
              <a:rPr lang="en-US" sz="1500"/>
              <a:t>in the </a:t>
            </a:r>
            <a:r>
              <a:rPr lang="en-US" sz="1500" b="1"/>
              <a:t>EnvironmentMonitor/</a:t>
            </a:r>
            <a:r>
              <a:rPr lang="en-US" sz="1500"/>
              <a:t> folder and add the content below</a:t>
            </a:r>
            <a:endParaRPr lang="en-US" sz="1500" b="1"/>
          </a:p>
          <a:p>
            <a:endParaRPr lang="en-US" sz="15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A918FD-0286-61DE-28EB-9EAAEF24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291736"/>
            <a:ext cx="10917936" cy="395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9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FD429-263C-96B0-0206-BA7F92DE6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Bp </a:t>
            </a:r>
            <a:r>
              <a:rPr lang="en-US" dirty="0"/>
              <a:t>is an instance of Blueprint.</a:t>
            </a:r>
          </a:p>
          <a:p>
            <a:r>
              <a:rPr lang="en-US" dirty="0"/>
              <a:t>The first argument, "pages", is the name of your blueprint.</a:t>
            </a:r>
          </a:p>
          <a:p>
            <a:r>
              <a:rPr lang="en-US" dirty="0"/>
              <a:t>You’ll use this name to identify this particular blueprint in your Flask project.</a:t>
            </a:r>
          </a:p>
          <a:p>
            <a:r>
              <a:rPr lang="en-US" dirty="0"/>
              <a:t>The second argument is the blueprint’s __name__.</a:t>
            </a:r>
          </a:p>
          <a:p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5C5849-3C58-6F69-0B11-A323706F2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426" y="1861566"/>
            <a:ext cx="472505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06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D706E-A22F-E096-E3D2-232C1793E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 b="1"/>
              <a:t>Leverage Blueprints</a:t>
            </a:r>
            <a:br>
              <a:rPr lang="en-US" sz="3200" b="1"/>
            </a:br>
            <a:endParaRPr lang="en-US" sz="3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CCAA-6313-149C-C6C9-DAD279B26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sz="1600" b="1" dirty="0"/>
              <a:t>Blueprints </a:t>
            </a:r>
            <a:r>
              <a:rPr lang="en-US" sz="1600" dirty="0"/>
              <a:t> are modules that contain related views that you can conveniently import in __init__.py</a:t>
            </a:r>
            <a:endParaRPr lang="en-US" sz="1600" b="1" dirty="0"/>
          </a:p>
          <a:p>
            <a:r>
              <a:rPr lang="en-US" sz="1600" dirty="0"/>
              <a:t>Create a file named pages.py in the board/ folder and add the content below:</a:t>
            </a:r>
          </a:p>
          <a:p>
            <a:pPr marL="0" indent="0">
              <a:buNone/>
            </a:pPr>
            <a:br>
              <a:rPr lang="en-US" sz="1300" b="1" dirty="0"/>
            </a:b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1FCFAD-3A0E-E0E7-4FFF-27B5BBED2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3" y="2734056"/>
            <a:ext cx="10025506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85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8EC7-4C91-11AA-DB3A-79D4D7A47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2336800"/>
            <a:ext cx="10515600" cy="1325563"/>
          </a:xfrm>
        </p:spPr>
        <p:txBody>
          <a:bodyPr/>
          <a:lstStyle/>
          <a:p>
            <a:r>
              <a:rPr lang="en-US" dirty="0"/>
              <a:t>visit </a:t>
            </a:r>
            <a:r>
              <a:rPr lang="en-US" i="1" dirty="0"/>
              <a:t>http://localhost:8000/about</a:t>
            </a:r>
          </a:p>
        </p:txBody>
      </p:sp>
    </p:spTree>
    <p:extLst>
      <p:ext uri="{BB962C8B-B14F-4D97-AF65-F5344CB8AC3E}">
        <p14:creationId xmlns:p14="http://schemas.microsoft.com/office/powerpoint/2010/main" val="1692147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6A9C-EAEC-7703-E9D1-9613CE81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Templates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B54B-4767-26A6-E130-D908EB0BB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Templates are </a:t>
            </a:r>
            <a:r>
              <a:rPr lang="en-US" dirty="0">
                <a:hlinkClick r:id="rId2"/>
              </a:rPr>
              <a:t>HTML</a:t>
            </a:r>
            <a:r>
              <a:rPr lang="en-US" dirty="0"/>
              <a:t> files with the capability of rendering dynamic content sent over from your Flask views. </a:t>
            </a:r>
          </a:p>
          <a:p>
            <a:endParaRPr lang="en-US" dirty="0"/>
          </a:p>
          <a:p>
            <a:r>
              <a:rPr lang="en-US" dirty="0"/>
              <a:t>Flask uses the popular Jinja </a:t>
            </a:r>
            <a:r>
              <a:rPr lang="en-US" b="1" dirty="0"/>
              <a:t>template engine</a:t>
            </a:r>
            <a:r>
              <a:rPr lang="en-US" dirty="0"/>
              <a:t>, which you already installed as a dependency when you installed Flask.</a:t>
            </a:r>
          </a:p>
          <a:p>
            <a:endParaRPr lang="en-US" dirty="0"/>
          </a:p>
          <a:p>
            <a:r>
              <a:rPr lang="en-US" dirty="0"/>
              <a:t>With a template engine like Jinja, you can embed Python-like expressions into your templates to create dynamic web content</a:t>
            </a:r>
          </a:p>
          <a:p>
            <a:endParaRPr lang="en-US" dirty="0"/>
          </a:p>
          <a:p>
            <a:r>
              <a:rPr lang="en-US" dirty="0"/>
              <a:t>Jinja also supports </a:t>
            </a:r>
            <a:r>
              <a:rPr lang="en-US" b="1" dirty="0"/>
              <a:t>template inheritance</a:t>
            </a:r>
            <a:r>
              <a:rPr lang="en-US" dirty="0"/>
              <a:t>, allowing the creation of a </a:t>
            </a:r>
            <a:r>
              <a:rPr lang="en-US" b="1" dirty="0"/>
              <a:t>base template</a:t>
            </a:r>
            <a:r>
              <a:rPr lang="en-US" dirty="0"/>
              <a:t> that you can extend in </a:t>
            </a:r>
            <a:r>
              <a:rPr lang="en-US" b="1" dirty="0"/>
              <a:t>child templates.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81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652A5-BB4F-320E-96C3-EEAECCDDD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216" y="1828801"/>
            <a:ext cx="10515600" cy="2423160"/>
          </a:xfrm>
        </p:spPr>
        <p:txBody>
          <a:bodyPr/>
          <a:lstStyle/>
          <a:p>
            <a:r>
              <a:rPr lang="en-US" dirty="0"/>
              <a:t>Git Hub Repository for  the template-based Web Application code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hlinkClick r:id="rId2"/>
              </a:rPr>
              <a:t>https://github.com/nisharanipraveen/FlaskExample.git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783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D31C-B005-CCDC-02ED-A7340FDF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Raspberry 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54098-794C-59FD-7A09-6111451D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 VS code </a:t>
            </a:r>
          </a:p>
          <a:p>
            <a:r>
              <a:rPr lang="en-US" dirty="0" err="1"/>
              <a:t>Ctrl+Shift+P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ssh </a:t>
            </a:r>
            <a:r>
              <a:rPr lang="en-US" dirty="0" err="1"/>
              <a:t>usr@hostname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Ex: ssh </a:t>
            </a:r>
            <a:r>
              <a:rPr lang="en-US" dirty="0" err="1"/>
              <a:t>pi@rasoberrypi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9DD6F-4345-B629-2C7D-81B38CCB1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552" y="2853166"/>
            <a:ext cx="4048660" cy="229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96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DAF9F-DEF9-5E6B-491C-3AFEC51E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Raspberry Pi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EE2AEEB-4A56-4435-F8C1-57E1284C9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135" y="1825625"/>
            <a:ext cx="11653275" cy="4351338"/>
          </a:xfrm>
        </p:spPr>
        <p:txBody>
          <a:bodyPr/>
          <a:lstStyle/>
          <a:p>
            <a:r>
              <a:rPr lang="en-US" dirty="0" err="1"/>
              <a:t>Ctrl+Shift+P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7B85EA-84FA-CE59-46A5-42C06F37A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45" y="2288281"/>
            <a:ext cx="5807869" cy="27719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D4CF7F-03A6-DC20-FB6D-7729CF1A3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814" y="2515527"/>
            <a:ext cx="4877051" cy="20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81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DCCA3-FD1E-A7FC-D5EF-D267F9C5F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Raspberry Pi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8F83E1-1E77-53AF-4A66-2184DECED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5617" y="2853022"/>
            <a:ext cx="6140766" cy="139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06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AE83-9A13-A8D4-D1F2-C22B587B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Raspberry Pi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4DB37A-99C4-D789-60B5-7C98FBD56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53" y="1825625"/>
            <a:ext cx="760274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23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34FA-65DB-62A5-14FB-2B6C7843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Raspberry Pi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445D31-3097-71D5-134E-0962CCAA2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829" y="2284019"/>
            <a:ext cx="10515600" cy="197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85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7424-F77D-F2A3-17EB-35F27072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672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Raspberry Pi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6B2506-AB48-832C-DDF0-DE9F85E97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3286" y="1243739"/>
            <a:ext cx="7760099" cy="939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5D1A97-F3DE-9DD8-AC48-0731F2324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484" y="2346420"/>
            <a:ext cx="5867702" cy="8445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B661E8-1AD8-8D00-5B0D-700935600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879" y="3292468"/>
            <a:ext cx="5226319" cy="273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8FB20F-8CB6-3602-5ECF-FA0C01451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9484" y="3844139"/>
            <a:ext cx="6807550" cy="2540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543C3B-DE81-E1B0-502E-64A1792C8F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9484" y="4392201"/>
            <a:ext cx="5702593" cy="1968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283F22-3796-09D9-E11C-9920DCB763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2185" y="4883110"/>
            <a:ext cx="5855001" cy="5334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0CCF91-1711-0BEB-1336-E71EDF7DFA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710586"/>
            <a:ext cx="10865408" cy="5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3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83A9-0C0F-E01B-8508-563510B0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Raspberry 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18104-550A-FBAE-0659-66B8E0C3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apt update</a:t>
            </a:r>
          </a:p>
          <a:p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libopenblas</a:t>
            </a:r>
            <a:r>
              <a:rPr lang="en-US" dirty="0"/>
              <a:t>-dev</a:t>
            </a:r>
          </a:p>
          <a:p>
            <a:r>
              <a:rPr lang="en-US" dirty="0"/>
              <a:t>pip uninstall </a:t>
            </a:r>
            <a:r>
              <a:rPr lang="en-US" dirty="0" err="1"/>
              <a:t>numpy</a:t>
            </a:r>
            <a:r>
              <a:rPr lang="en-US" dirty="0"/>
              <a:t> -y</a:t>
            </a:r>
          </a:p>
          <a:p>
            <a:r>
              <a:rPr lang="en-US" dirty="0"/>
              <a:t>pip install </a:t>
            </a:r>
            <a:r>
              <a:rPr lang="en-US" dirty="0" err="1"/>
              <a:t>numpy</a:t>
            </a:r>
            <a:endParaRPr lang="en-US" dirty="0"/>
          </a:p>
          <a:p>
            <a:endParaRPr lang="en-US" dirty="0"/>
          </a:p>
          <a:p>
            <a:r>
              <a:rPr lang="en-US" dirty="0"/>
              <a:t>python -m flask --app </a:t>
            </a:r>
            <a:r>
              <a:rPr lang="en-US" dirty="0" err="1"/>
              <a:t>EnvironmentMonitoringSystem</a:t>
            </a:r>
            <a:r>
              <a:rPr lang="en-US" dirty="0"/>
              <a:t> run --port 8000 --debug</a:t>
            </a:r>
          </a:p>
        </p:txBody>
      </p:sp>
    </p:spTree>
    <p:extLst>
      <p:ext uri="{BB962C8B-B14F-4D97-AF65-F5344CB8AC3E}">
        <p14:creationId xmlns:p14="http://schemas.microsoft.com/office/powerpoint/2010/main" val="1676223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E06F-68DC-64A7-DDC1-0EB1AEF9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Raspberry 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1D868-42A9-EE4D-3C00-9D526E673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</a:t>
            </a:r>
            <a:r>
              <a:rPr lang="en-US" b="1" dirty="0"/>
              <a:t> ssh </a:t>
            </a:r>
            <a:r>
              <a:rPr lang="en-US" dirty="0"/>
              <a:t>fails, </a:t>
            </a:r>
            <a:endParaRPr lang="en-US" b="1" dirty="0"/>
          </a:p>
          <a:p>
            <a:pPr marL="457200" lvl="1" indent="0">
              <a:buNone/>
            </a:pPr>
            <a:r>
              <a:rPr lang="en-US" dirty="0"/>
              <a:t>Go to C:\Users\&lt;your account&gt;\.ssh\   folder in your computer</a:t>
            </a:r>
          </a:p>
          <a:p>
            <a:pPr marL="457200" lvl="1" indent="0">
              <a:buNone/>
            </a:pPr>
            <a:r>
              <a:rPr lang="en-US" dirty="0"/>
              <a:t>Open </a:t>
            </a:r>
            <a:r>
              <a:rPr lang="en-US" b="1" dirty="0" err="1"/>
              <a:t>known_hosts</a:t>
            </a:r>
            <a:r>
              <a:rPr lang="en-US" b="1" dirty="0"/>
              <a:t> </a:t>
            </a:r>
            <a:r>
              <a:rPr lang="en-US" dirty="0"/>
              <a:t>in Notepad and delete the contents in that.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Now, try adding ssh host from your VS Code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b="1" dirty="0"/>
              <a:t>LOPES </a:t>
            </a:r>
            <a:r>
              <a:rPr lang="en-US" dirty="0"/>
              <a:t>does not work, enable the “Mobile Hotspot” and connect your laptop and the </a:t>
            </a:r>
            <a:r>
              <a:rPr lang="en-US" dirty="0" err="1"/>
              <a:t>RaspberryPi</a:t>
            </a:r>
            <a:r>
              <a:rPr lang="en-US" dirty="0"/>
              <a:t> to the mobile hotspot. </a:t>
            </a:r>
            <a:endParaRPr lang="en-US" b="1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573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605A-4C9D-449E-5F7D-A0A2A42A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24042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51014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676</Words>
  <Application>Microsoft Office PowerPoint</Application>
  <PresentationFormat>Widescreen</PresentationFormat>
  <Paragraphs>111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Office Theme</vt:lpstr>
      <vt:lpstr>CLC – Day 4</vt:lpstr>
      <vt:lpstr>Creating a Flask Web Application</vt:lpstr>
      <vt:lpstr>Set up a Flask Project</vt:lpstr>
      <vt:lpstr>Initiate the Flask project</vt:lpstr>
      <vt:lpstr>PowerPoint Presentation</vt:lpstr>
      <vt:lpstr>Adding Package structure</vt:lpstr>
      <vt:lpstr>PowerPoint Presentation</vt:lpstr>
      <vt:lpstr>Application Factory </vt:lpstr>
      <vt:lpstr>Application Factory </vt:lpstr>
      <vt:lpstr>Blueprints </vt:lpstr>
      <vt:lpstr>PowerPoint Presentation</vt:lpstr>
      <vt:lpstr>Leverage Blueprints </vt:lpstr>
      <vt:lpstr>visit http://localhost:8000/about</vt:lpstr>
      <vt:lpstr>Templates </vt:lpstr>
      <vt:lpstr>PowerPoint Presentation</vt:lpstr>
      <vt:lpstr>Raspberry Pi</vt:lpstr>
      <vt:lpstr>Raspberry Pi</vt:lpstr>
      <vt:lpstr>Raspberry Pi</vt:lpstr>
      <vt:lpstr>Raspberry Pi</vt:lpstr>
      <vt:lpstr>Raspberry Pi</vt:lpstr>
      <vt:lpstr>Raspberry Pi</vt:lpstr>
      <vt:lpstr>Raspberry Pi</vt:lpstr>
      <vt:lpstr>Raspberry Pi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Nisharani Praveen</dc:creator>
  <cp:lastModifiedBy>Nisharani Praveen</cp:lastModifiedBy>
  <cp:revision>2</cp:revision>
  <dcterms:created xsi:type="dcterms:W3CDTF">2026-04-02T18:19:15Z</dcterms:created>
  <dcterms:modified xsi:type="dcterms:W3CDTF">2026-04-07T20:00:43Z</dcterms:modified>
</cp:coreProperties>
</file>